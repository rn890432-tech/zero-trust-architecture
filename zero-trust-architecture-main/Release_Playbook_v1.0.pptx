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Playbook v1.0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Our Release Rhythm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Define objectives, deliverables, timelines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stakeholders, dependencies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 features, fixes,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Integrate with systems/services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Automated/manual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Validate compliance, security, performance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release notes, guides,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Communicate changes to stakeholders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to production/target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Monitor for issues, confirm success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Gather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outcomes, refine process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versioning, conventional commits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Accessibility, compliance</a:t>
            </a:r>
          </a:p>
          <a:p>
            <a:r>
              <a:t>- Document workflows</a:t>
            </a:r>
          </a:p>
          <a:p>
            <a:r>
              <a:t>- Encourage feedback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Playbook: Slack, Teams, Confluence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Managers: Embed in sprint reviews</a:t>
            </a:r>
          </a:p>
          <a:p>
            <a:r>
              <a:t>- Share feedback for v1.1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Editable template (.pptx) and PDF attached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Google Slides link in Slack/Teams/Confluence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